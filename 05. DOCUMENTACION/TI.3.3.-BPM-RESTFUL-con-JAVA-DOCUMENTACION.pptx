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2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3" r:id="rId6"/>
    <p:sldId id="474" r:id="rId7"/>
    <p:sldId id="491" r:id="rId8"/>
    <p:sldId id="493" r:id="rId9"/>
    <p:sldId id="494" r:id="rId10"/>
    <p:sldId id="492" r:id="rId11"/>
    <p:sldId id="490" r:id="rId12"/>
    <p:sldId id="495" r:id="rId13"/>
    <p:sldId id="473" r:id="rId14"/>
    <p:sldId id="496" r:id="rId15"/>
    <p:sldId id="489" r:id="rId16"/>
    <p:sldId id="497" r:id="rId17"/>
    <p:sldId id="291" r:id="rId18"/>
    <p:sldId id="292" r:id="rId19"/>
    <p:sldId id="29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hAxAmNOPORetQeM69grBvzFaeT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D6F93-D482-5831-5AEF-74AEA2FD6A58}" v="90" dt="2024-11-27T12:35:07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72" Type="http://customschemas.google.com/relationships/presentationmetadata" Target="metadata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microsoft.com/office/2016/11/relationships/changesInfo" Target="changesInfos/changesInfo1.xml"/><Relationship Id="rId7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ISRAEL LOACHAMIN SIMBA�A" userId="S::ciloachamin@espe.edu.ec::a80cbfff-281f-4162-a5c6-cf6292b7037d" providerId="AD" clId="Web-{F4ED6F93-D482-5831-5AEF-74AEA2FD6A58}"/>
    <pc:docChg chg="addSld modSld">
      <pc:chgData name="CHRISTOPHER ISRAEL LOACHAMIN SIMBA�A" userId="S::ciloachamin@espe.edu.ec::a80cbfff-281f-4162-a5c6-cf6292b7037d" providerId="AD" clId="Web-{F4ED6F93-D482-5831-5AEF-74AEA2FD6A58}" dt="2024-11-27T12:35:07.090" v="79" actId="1076"/>
      <pc:docMkLst>
        <pc:docMk/>
      </pc:docMkLst>
      <pc:sldChg chg="addSp delSp modSp">
        <pc:chgData name="CHRISTOPHER ISRAEL LOACHAMIN SIMBA�A" userId="S::ciloachamin@espe.edu.ec::a80cbfff-281f-4162-a5c6-cf6292b7037d" providerId="AD" clId="Web-{F4ED6F93-D482-5831-5AEF-74AEA2FD6A58}" dt="2024-11-27T12:27:43.480" v="25" actId="20577"/>
        <pc:sldMkLst>
          <pc:docMk/>
          <pc:sldMk cId="0" sldId="256"/>
        </pc:sldMkLst>
        <pc:spChg chg="add mod">
          <ac:chgData name="CHRISTOPHER ISRAEL LOACHAMIN SIMBA�A" userId="S::ciloachamin@espe.edu.ec::a80cbfff-281f-4162-a5c6-cf6292b7037d" providerId="AD" clId="Web-{F4ED6F93-D482-5831-5AEF-74AEA2FD6A58}" dt="2024-11-27T12:27:15.510" v="13" actId="1076"/>
          <ac:spMkLst>
            <pc:docMk/>
            <pc:sldMk cId="0" sldId="256"/>
            <ac:spMk id="2" creationId="{3D0C571E-A349-4667-927F-5916BE6073A2}"/>
          </ac:spMkLst>
        </pc:spChg>
        <pc:spChg chg="add mod">
          <ac:chgData name="CHRISTOPHER ISRAEL LOACHAMIN SIMBA�A" userId="S::ciloachamin@espe.edu.ec::a80cbfff-281f-4162-a5c6-cf6292b7037d" providerId="AD" clId="Web-{F4ED6F93-D482-5831-5AEF-74AEA2FD6A58}" dt="2024-11-27T12:27:12.932" v="12"/>
          <ac:spMkLst>
            <pc:docMk/>
            <pc:sldMk cId="0" sldId="256"/>
            <ac:spMk id="4" creationId="{6992A7E7-5370-070C-99E9-FF6BEC5C103A}"/>
          </ac:spMkLst>
        </pc:spChg>
        <pc:spChg chg="del mod">
          <ac:chgData name="CHRISTOPHER ISRAEL LOACHAMIN SIMBA�A" userId="S::ciloachamin@espe.edu.ec::a80cbfff-281f-4162-a5c6-cf6292b7037d" providerId="AD" clId="Web-{F4ED6F93-D482-5831-5AEF-74AEA2FD6A58}" dt="2024-11-27T12:27:12.932" v="12"/>
          <ac:spMkLst>
            <pc:docMk/>
            <pc:sldMk cId="0" sldId="256"/>
            <ac:spMk id="97" creationId="{00000000-0000-0000-0000-000000000000}"/>
          </ac:spMkLst>
        </pc:spChg>
        <pc:spChg chg="mod">
          <ac:chgData name="CHRISTOPHER ISRAEL LOACHAMIN SIMBA�A" userId="S::ciloachamin@espe.edu.ec::a80cbfff-281f-4162-a5c6-cf6292b7037d" providerId="AD" clId="Web-{F4ED6F93-D482-5831-5AEF-74AEA2FD6A58}" dt="2024-11-27T12:27:43.480" v="25" actId="20577"/>
          <ac:spMkLst>
            <pc:docMk/>
            <pc:sldMk cId="0" sldId="256"/>
            <ac:spMk id="99" creationId="{00000000-0000-0000-0000-000000000000}"/>
          </ac:spMkLst>
        </pc:spChg>
      </pc:sldChg>
      <pc:sldChg chg="addSp delSp modSp">
        <pc:chgData name="CHRISTOPHER ISRAEL LOACHAMIN SIMBA�A" userId="S::ciloachamin@espe.edu.ec::a80cbfff-281f-4162-a5c6-cf6292b7037d" providerId="AD" clId="Web-{F4ED6F93-D482-5831-5AEF-74AEA2FD6A58}" dt="2024-11-27T12:30:17.986" v="46" actId="1076"/>
        <pc:sldMkLst>
          <pc:docMk/>
          <pc:sldMk cId="1941189505" sldId="473"/>
        </pc:sldMkLst>
        <pc:spChg chg="mod">
          <ac:chgData name="CHRISTOPHER ISRAEL LOACHAMIN SIMBA�A" userId="S::ciloachamin@espe.edu.ec::a80cbfff-281f-4162-a5c6-cf6292b7037d" providerId="AD" clId="Web-{F4ED6F93-D482-5831-5AEF-74AEA2FD6A58}" dt="2024-11-27T12:30:12.657" v="43" actId="1076"/>
          <ac:spMkLst>
            <pc:docMk/>
            <pc:sldMk cId="1941189505" sldId="473"/>
            <ac:spMk id="8" creationId="{BCBDE0A4-6F39-42EF-A6F6-6D06545C23E1}"/>
          </ac:spMkLst>
        </pc:spChg>
        <pc:picChg chg="add mod">
          <ac:chgData name="CHRISTOPHER ISRAEL LOACHAMIN SIMBA�A" userId="S::ciloachamin@espe.edu.ec::a80cbfff-281f-4162-a5c6-cf6292b7037d" providerId="AD" clId="Web-{F4ED6F93-D482-5831-5AEF-74AEA2FD6A58}" dt="2024-11-27T12:30:17.986" v="46" actId="1076"/>
          <ac:picMkLst>
            <pc:docMk/>
            <pc:sldMk cId="1941189505" sldId="473"/>
            <ac:picMk id="2" creationId="{36408CE4-3D52-0B84-E9EC-1DD6CF1D7427}"/>
          </ac:picMkLst>
        </pc:picChg>
        <pc:picChg chg="del">
          <ac:chgData name="CHRISTOPHER ISRAEL LOACHAMIN SIMBA�A" userId="S::ciloachamin@espe.edu.ec::a80cbfff-281f-4162-a5c6-cf6292b7037d" providerId="AD" clId="Web-{F4ED6F93-D482-5831-5AEF-74AEA2FD6A58}" dt="2024-11-27T12:28:56.639" v="32"/>
          <ac:picMkLst>
            <pc:docMk/>
            <pc:sldMk cId="1941189505" sldId="473"/>
            <ac:picMk id="5" creationId="{05B42F80-8AD4-972B-2192-33FA41F1A60E}"/>
          </ac:picMkLst>
        </pc:picChg>
      </pc:sldChg>
      <pc:sldChg chg="addSp delSp modSp">
        <pc:chgData name="CHRISTOPHER ISRAEL LOACHAMIN SIMBA�A" userId="S::ciloachamin@espe.edu.ec::a80cbfff-281f-4162-a5c6-cf6292b7037d" providerId="AD" clId="Web-{F4ED6F93-D482-5831-5AEF-74AEA2FD6A58}" dt="2024-11-27T12:33:08.055" v="61" actId="20577"/>
        <pc:sldMkLst>
          <pc:docMk/>
          <pc:sldMk cId="4136391111" sldId="489"/>
        </pc:sldMkLst>
        <pc:spChg chg="mod">
          <ac:chgData name="CHRISTOPHER ISRAEL LOACHAMIN SIMBA�A" userId="S::ciloachamin@espe.edu.ec::a80cbfff-281f-4162-a5c6-cf6292b7037d" providerId="AD" clId="Web-{F4ED6F93-D482-5831-5AEF-74AEA2FD6A58}" dt="2024-11-27T12:33:08.055" v="61" actId="20577"/>
          <ac:spMkLst>
            <pc:docMk/>
            <pc:sldMk cId="4136391111" sldId="489"/>
            <ac:spMk id="8" creationId="{BCBDE0A4-6F39-42EF-A6F6-6D06545C23E1}"/>
          </ac:spMkLst>
        </pc:spChg>
        <pc:picChg chg="del">
          <ac:chgData name="CHRISTOPHER ISRAEL LOACHAMIN SIMBA�A" userId="S::ciloachamin@espe.edu.ec::a80cbfff-281f-4162-a5c6-cf6292b7037d" providerId="AD" clId="Web-{F4ED6F93-D482-5831-5AEF-74AEA2FD6A58}" dt="2024-11-27T12:31:12.581" v="47"/>
          <ac:picMkLst>
            <pc:docMk/>
            <pc:sldMk cId="4136391111" sldId="489"/>
            <ac:picMk id="2" creationId="{51854D6E-922D-C2E9-19C3-677EC96D7012}"/>
          </ac:picMkLst>
        </pc:picChg>
        <pc:picChg chg="add mod modCrop">
          <ac:chgData name="CHRISTOPHER ISRAEL LOACHAMIN SIMBA�A" userId="S::ciloachamin@espe.edu.ec::a80cbfff-281f-4162-a5c6-cf6292b7037d" providerId="AD" clId="Web-{F4ED6F93-D482-5831-5AEF-74AEA2FD6A58}" dt="2024-11-27T12:31:32.676" v="55" actId="1076"/>
          <ac:picMkLst>
            <pc:docMk/>
            <pc:sldMk cId="4136391111" sldId="489"/>
            <ac:picMk id="3" creationId="{95591CFC-ECC3-4DFA-9E9A-EADD128FDAC2}"/>
          </ac:picMkLst>
        </pc:picChg>
        <pc:picChg chg="del">
          <ac:chgData name="CHRISTOPHER ISRAEL LOACHAMIN SIMBA�A" userId="S::ciloachamin@espe.edu.ec::a80cbfff-281f-4162-a5c6-cf6292b7037d" providerId="AD" clId="Web-{F4ED6F93-D482-5831-5AEF-74AEA2FD6A58}" dt="2024-11-27T12:31:31.254" v="54"/>
          <ac:picMkLst>
            <pc:docMk/>
            <pc:sldMk cId="4136391111" sldId="489"/>
            <ac:picMk id="4" creationId="{33D59B35-D536-3D7A-8CF2-2771569FE77D}"/>
          </ac:picMkLst>
        </pc:picChg>
      </pc:sldChg>
      <pc:sldChg chg="addSp delSp modSp">
        <pc:chgData name="CHRISTOPHER ISRAEL LOACHAMIN SIMBA�A" userId="S::ciloachamin@espe.edu.ec::a80cbfff-281f-4162-a5c6-cf6292b7037d" providerId="AD" clId="Web-{F4ED6F93-D482-5831-5AEF-74AEA2FD6A58}" dt="2024-11-27T12:28:49.201" v="31"/>
        <pc:sldMkLst>
          <pc:docMk/>
          <pc:sldMk cId="708647338" sldId="490"/>
        </pc:sldMkLst>
        <pc:picChg chg="add del">
          <ac:chgData name="CHRISTOPHER ISRAEL LOACHAMIN SIMBA�A" userId="S::ciloachamin@espe.edu.ec::a80cbfff-281f-4162-a5c6-cf6292b7037d" providerId="AD" clId="Web-{F4ED6F93-D482-5831-5AEF-74AEA2FD6A58}" dt="2024-11-27T12:28:49.201" v="31"/>
          <ac:picMkLst>
            <pc:docMk/>
            <pc:sldMk cId="708647338" sldId="490"/>
            <ac:picMk id="2" creationId="{DBA412D3-C19F-E08A-59F9-A8D0B5824BEC}"/>
          </ac:picMkLst>
        </pc:picChg>
        <pc:picChg chg="add del mod">
          <ac:chgData name="CHRISTOPHER ISRAEL LOACHAMIN SIMBA�A" userId="S::ciloachamin@espe.edu.ec::a80cbfff-281f-4162-a5c6-cf6292b7037d" providerId="AD" clId="Web-{F4ED6F93-D482-5831-5AEF-74AEA2FD6A58}" dt="2024-11-27T12:28:46.467" v="30"/>
          <ac:picMkLst>
            <pc:docMk/>
            <pc:sldMk cId="708647338" sldId="490"/>
            <ac:picMk id="3" creationId="{1B677BC4-8A2E-5250-5043-125135E14ECB}"/>
          </ac:picMkLst>
        </pc:picChg>
      </pc:sldChg>
      <pc:sldChg chg="addSp delSp modSp add replId">
        <pc:chgData name="CHRISTOPHER ISRAEL LOACHAMIN SIMBA�A" userId="S::ciloachamin@espe.edu.ec::a80cbfff-281f-4162-a5c6-cf6292b7037d" providerId="AD" clId="Web-{F4ED6F93-D482-5831-5AEF-74AEA2FD6A58}" dt="2024-11-27T12:34:37.245" v="72" actId="1076"/>
        <pc:sldMkLst>
          <pc:docMk/>
          <pc:sldMk cId="2440567668" sldId="494"/>
        </pc:sldMkLst>
        <pc:picChg chg="add del mod">
          <ac:chgData name="CHRISTOPHER ISRAEL LOACHAMIN SIMBA�A" userId="S::ciloachamin@espe.edu.ec::a80cbfff-281f-4162-a5c6-cf6292b7037d" providerId="AD" clId="Web-{F4ED6F93-D482-5831-5AEF-74AEA2FD6A58}" dt="2024-11-27T12:34:17.416" v="69"/>
          <ac:picMkLst>
            <pc:docMk/>
            <pc:sldMk cId="2440567668" sldId="494"/>
            <ac:picMk id="2" creationId="{C4443946-A290-0C56-FFDD-88F0B60043C5}"/>
          </ac:picMkLst>
        </pc:picChg>
        <pc:picChg chg="del">
          <ac:chgData name="CHRISTOPHER ISRAEL LOACHAMIN SIMBA�A" userId="S::ciloachamin@espe.edu.ec::a80cbfff-281f-4162-a5c6-cf6292b7037d" providerId="AD" clId="Web-{F4ED6F93-D482-5831-5AEF-74AEA2FD6A58}" dt="2024-11-27T12:34:11.307" v="64"/>
          <ac:picMkLst>
            <pc:docMk/>
            <pc:sldMk cId="2440567668" sldId="494"/>
            <ac:picMk id="3" creationId="{95591CFC-ECC3-4DFA-9E9A-EADD128FDAC2}"/>
          </ac:picMkLst>
        </pc:picChg>
        <pc:picChg chg="add mod">
          <ac:chgData name="CHRISTOPHER ISRAEL LOACHAMIN SIMBA�A" userId="S::ciloachamin@espe.edu.ec::a80cbfff-281f-4162-a5c6-cf6292b7037d" providerId="AD" clId="Web-{F4ED6F93-D482-5831-5AEF-74AEA2FD6A58}" dt="2024-11-27T12:34:37.245" v="72" actId="1076"/>
          <ac:picMkLst>
            <pc:docMk/>
            <pc:sldMk cId="2440567668" sldId="494"/>
            <ac:picMk id="4" creationId="{A6759270-2BAC-CBCD-D537-2F6D7FCAF2D1}"/>
          </ac:picMkLst>
        </pc:picChg>
      </pc:sldChg>
      <pc:sldChg chg="addSp delSp modSp add replId">
        <pc:chgData name="CHRISTOPHER ISRAEL LOACHAMIN SIMBA�A" userId="S::ciloachamin@espe.edu.ec::a80cbfff-281f-4162-a5c6-cf6292b7037d" providerId="AD" clId="Web-{F4ED6F93-D482-5831-5AEF-74AEA2FD6A58}" dt="2024-11-27T12:35:07.090" v="79" actId="1076"/>
        <pc:sldMkLst>
          <pc:docMk/>
          <pc:sldMk cId="3931387466" sldId="495"/>
        </pc:sldMkLst>
        <pc:spChg chg="mod">
          <ac:chgData name="CHRISTOPHER ISRAEL LOACHAMIN SIMBA�A" userId="S::ciloachamin@espe.edu.ec::a80cbfff-281f-4162-a5c6-cf6292b7037d" providerId="AD" clId="Web-{F4ED6F93-D482-5831-5AEF-74AEA2FD6A58}" dt="2024-11-27T12:33:18.727" v="63" actId="20577"/>
          <ac:spMkLst>
            <pc:docMk/>
            <pc:sldMk cId="3931387466" sldId="495"/>
            <ac:spMk id="8" creationId="{BCBDE0A4-6F39-42EF-A6F6-6D06545C23E1}"/>
          </ac:spMkLst>
        </pc:spChg>
        <pc:picChg chg="add mod">
          <ac:chgData name="CHRISTOPHER ISRAEL LOACHAMIN SIMBA�A" userId="S::ciloachamin@espe.edu.ec::a80cbfff-281f-4162-a5c6-cf6292b7037d" providerId="AD" clId="Web-{F4ED6F93-D482-5831-5AEF-74AEA2FD6A58}" dt="2024-11-27T12:35:07.090" v="79" actId="1076"/>
          <ac:picMkLst>
            <pc:docMk/>
            <pc:sldMk cId="3931387466" sldId="495"/>
            <ac:picMk id="2" creationId="{906DCF5A-6A36-2404-A65D-33029455CEE2}"/>
          </ac:picMkLst>
        </pc:picChg>
        <pc:picChg chg="del">
          <ac:chgData name="CHRISTOPHER ISRAEL LOACHAMIN SIMBA�A" userId="S::ciloachamin@espe.edu.ec::a80cbfff-281f-4162-a5c6-cf6292b7037d" providerId="AD" clId="Web-{F4ED6F93-D482-5831-5AEF-74AEA2FD6A58}" dt="2024-11-27T12:34:39.636" v="73"/>
          <ac:picMkLst>
            <pc:docMk/>
            <pc:sldMk cId="3931387466" sldId="495"/>
            <ac:picMk id="3" creationId="{95591CFC-ECC3-4DFA-9E9A-EADD128FDAC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1849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18CE180C-9EF4-2012-98C6-AFC9C2E4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E5DE1BBA-A592-49FE-3A4F-C410E80512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3C1B0F95-DE43-FF9B-8584-612536D69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8179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4C6F204E-0E8F-4CFF-1DB6-BC23345C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FD3F926F-7C98-6FF4-BDD7-E82F26C2E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EEA4DAA7-62A9-EB84-702F-D7F5D8D53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5066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C2E26AA7-8141-2A01-E81C-92C60B77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D0225184-11E5-48FD-6B22-EBCCA06DB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96B21C07-0958-C6B8-85FA-455687ECA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9858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145D6FE4-B9CC-3E0D-F3C0-E1CFFA55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BD6A4788-861C-7FE9-3CA0-ABDA9384D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5386F0B1-D360-B781-EF71-01FDBAA22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0776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950BE0D7-010E-73EF-9F33-DEC375B9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AA5160C3-DE23-9567-2B91-572246CAB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E6A34564-9E54-419D-EB7A-83C0AA81D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9232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59B18581-5451-0108-B519-509A8721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329762EA-B045-15F9-567F-3E370ADC0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183120ED-FCFE-5FE0-4D66-CD9B36BC7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9120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549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19433218-F976-2E0A-46B7-3C84BE49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B5C4740A-4E35-A069-4BA5-24AC134FCC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220F7695-4D10-C4CA-1896-08CEDC456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4308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2397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11171712-FC90-C4B8-A7E6-00DFE06E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F5D1AC18-52C6-1342-71E2-4C395B9AB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ACC1EF83-9B33-ABA1-B5B3-D3C27E824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4483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48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8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0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1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2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3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5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5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5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5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6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6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74" name="Google Shape;74;p56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7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7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8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8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8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47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47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47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5.jpg"/><Relationship Id="rId8" Type="http://schemas.openxmlformats.org/officeDocument/2006/relationships/image" Target="../media/image2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eg"/><Relationship Id="rId4" Type="http://schemas.openxmlformats.org/officeDocument/2006/relationships/image" Target="../media/image16.png"/><Relationship Id="rId5" Type="http://schemas.openxmlformats.org/officeDocument/2006/relationships/image" Target="../media/image2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eg"/><Relationship Id="rId4" Type="http://schemas.openxmlformats.org/officeDocument/2006/relationships/image" Target="../media/image17.png"/><Relationship Id="rId5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eg"/><Relationship Id="rId4" Type="http://schemas.openxmlformats.org/officeDocument/2006/relationships/image" Target="../media/image18.png"/><Relationship Id="rId5" Type="http://schemas.openxmlformats.org/officeDocument/2006/relationships/image" Target="../media/image2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eg"/><Relationship Id="rId4" Type="http://schemas.openxmlformats.org/officeDocument/2006/relationships/image" Target="../media/image19.png"/><Relationship Id="rId5" Type="http://schemas.openxmlformats.org/officeDocument/2006/relationships/image" Target="../media/image3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eg"/><Relationship Id="rId4" Type="http://schemas.openxmlformats.org/officeDocument/2006/relationships/image" Target="../media/image20.png"/><Relationship Id="rId5" Type="http://schemas.openxmlformats.org/officeDocument/2006/relationships/image" Target="../media/image3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eg"/><Relationship Id="rId4" Type="http://schemas.openxmlformats.org/officeDocument/2006/relationships/image" Target="../media/image21.png"/><Relationship Id="rId5" Type="http://schemas.openxmlformats.org/officeDocument/2006/relationships/image" Target="../media/image3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eg"/><Relationship Id="rId4" Type="http://schemas.openxmlformats.org/officeDocument/2006/relationships/image" Target="../media/image22.png"/><Relationship Id="rId5" Type="http://schemas.openxmlformats.org/officeDocument/2006/relationships/image" Target="../media/image3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eg"/><Relationship Id="rId4" Type="http://schemas.openxmlformats.org/officeDocument/2006/relationships/image" Target="../media/image23.png"/><Relationship Id="rId5" Type="http://schemas.openxmlformats.org/officeDocument/2006/relationships/image" Target="../media/image3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5" y="3089845"/>
            <a:ext cx="10993549" cy="111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MX" dirty="0">
                <a:solidFill>
                  <a:schemeClr val="lt1"/>
                </a:solidFill>
              </a:rPr>
              <a:t>Orquestación BPM con Bonita Studio y su Formulario Externo sobre una Arquitectura RESTful en Java: Sistema EurekaBank</a:t>
            </a:r>
            <a:endParaRPr lang="es-ES" dirty="0"/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8291475" y="479523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NRC: </a:t>
            </a:r>
            <a:r>
              <a:rPr lang="es-ES" sz="16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30742</a:t>
            </a:r>
            <a:endParaRPr sz="1600" b="0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</a:t>
            </a:r>
            <a:r>
              <a:rPr lang="es-ES" sz="160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 14</a:t>
            </a:r>
            <a:r>
              <a:rPr lang="es-ES" sz="16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/07/2026</a:t>
            </a:r>
            <a:endParaRPr lang="es-ES" dirty="0"/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/>
        </p:nvSpPr>
        <p:spPr>
          <a:xfrm>
            <a:off x="680506" y="4570280"/>
            <a:ext cx="4734774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dirty="0">
                <a:solidFill>
                  <a:schemeClr val="bg1"/>
                </a:solidFill>
              </a:rPr>
              <a:t>Integrantes: 	</a:t>
            </a:r>
            <a:r>
              <a:rPr lang="es-EC" dirty="0">
                <a:solidFill>
                  <a:schemeClr val="bg1"/>
                </a:solidFill>
              </a:rPr>
              <a:t>Reyes Ariel</a:t>
            </a:r>
          </a:p>
          <a:p>
            <a:r>
              <a:rPr lang="es-EC" dirty="0">
                <a:solidFill>
                  <a:schemeClr val="bg1"/>
                </a:solidFill>
              </a:rPr>
              <a:t>				Villarreal Anthony</a:t>
            </a:r>
          </a:p>
          <a:p>
            <a:r>
              <a:rPr lang="es-EC" dirty="0">
                <a:solidFill>
                  <a:schemeClr val="bg1"/>
                </a:solidFill>
              </a:rPr>
              <a:t>			      </a:t>
            </a:r>
          </a:p>
          <a:p>
            <a:endParaRPr lang="es-EC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341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6000" lvl="0" indent="-3341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</a:p>
          <a:p>
            <a:pPr marL="306000" lvl="0" indent="-3341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</a:p>
          <a:p>
            <a:pPr marL="306000" lvl="0" indent="-3341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6000" lvl="0" indent="-3341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6000" lvl="0" indent="-3341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lvl="0" indent="-3341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INTRODUCCIÓN</a:t>
            </a:r>
            <a:endParaRPr dirty="0"/>
          </a:p>
        </p:txBody>
      </p:sp>
      <p:grpSp>
        <p:nvGrpSpPr>
          <p:cNvPr id="118" name="Google Shape;118;p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19" name="Google Shape;119;p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581192" y="1865915"/>
            <a:ext cx="8436716" cy="478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MX" dirty="0"/>
              <a:t>La automatización de procesos de negocio (BPM) permite modelar y ejecutar formalmente un flujo operativo, exponiendo un formulario externo como punto de entrada controlado en lugar de invocar directamente un servicio REST.</a:t>
            </a:r>
          </a:p>
          <a:p>
            <a:endParaRPr lang="es-MX" dirty="0"/>
          </a:p>
          <a:p>
            <a:r>
              <a:rPr lang="es-MX" dirty="0"/>
              <a:t>Esta práctica aborda la construcción integral del orquestador BPM del sistema EurekaBank sobre Bonita Studio: el modelado de cuatro procesos bancarios, sus formularios externos en UI Designer y un cliente Java que los dispara mediante la API REST de Bonita.</a:t>
            </a:r>
            <a:endParaRPr lang="es-EC" dirty="0"/>
          </a:p>
        </p:txBody>
      </p:sp>
      <p:sp>
        <p:nvSpPr>
          <p:cNvPr id="123" name="Google Shape;123;p3"/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OBJETIVO</a:t>
            </a:r>
            <a:endParaRPr/>
          </a:p>
        </p:txBody>
      </p:sp>
      <p:grpSp>
        <p:nvGrpSpPr>
          <p:cNvPr id="133" name="Google Shape;133;p4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34" name="Google Shape;134;p4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4"/>
          <p:cNvSpPr txBox="1">
            <a:spLocks noGrp="1"/>
          </p:cNvSpPr>
          <p:nvPr>
            <p:ph type="body" idx="1"/>
          </p:nvPr>
        </p:nvSpPr>
        <p:spPr>
          <a:xfrm>
            <a:off x="581191" y="2418102"/>
            <a:ext cx="8479589" cy="3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r>
              <a:rPr lang="es-MX" b="1" dirty="0"/>
              <a:t>Modelado en Bonita Studio</a:t>
            </a:r>
          </a:p>
          <a:p>
            <a:pPr lvl="1"/>
            <a:r>
              <a:rPr lang="es-MX" dirty="0"/>
              <a:t>Modelar en Bonita Studio Community Edition los cuatro procesos bancarios (ConsultarSaldo, Retirar, Depositar, Transferir) mediante conectores REST nativos hacia el núcleo EurekaBank.</a:t>
            </a:r>
          </a:p>
          <a:p>
            <a:endParaRPr lang="es-MX" b="1" dirty="0"/>
          </a:p>
          <a:p>
            <a:r>
              <a:rPr lang="es-MX" b="1" dirty="0"/>
              <a:t>Formulario Externo</a:t>
            </a:r>
          </a:p>
          <a:p>
            <a:pPr lvl="1"/>
            <a:r>
              <a:rPr lang="es-MX" dirty="0"/>
              <a:t>Diseñar en Bonita UI Designer los formularios externos que muestran el resultado real de cada operación, publicados en Bonita User Application (Bonita Portal).</a:t>
            </a:r>
          </a:p>
          <a:p>
            <a:endParaRPr lang="es-MX" b="1" dirty="0"/>
          </a:p>
          <a:p>
            <a:r>
              <a:rPr lang="es-MX" b="1" dirty="0"/>
              <a:t>Cliente Java</a:t>
            </a:r>
          </a:p>
          <a:p>
            <a:pPr lvl="1"/>
            <a:r>
              <a:rPr lang="es-MX" dirty="0"/>
              <a:t>Implementar un cliente de consola en Java (BonitaRestClient) que se autentique y dispare instancias de los cuatro procesos mediante la API REST de Bonita Engine.</a:t>
            </a:r>
            <a:endParaRPr lang="es-EC" dirty="0"/>
          </a:p>
        </p:txBody>
      </p:sp>
      <p:sp>
        <p:nvSpPr>
          <p:cNvPr id="13" name="Google Shape;123;p3">
            <a:extLst>
              <a:ext uri="{FF2B5EF4-FFF2-40B4-BE49-F238E27FC236}">
                <a16:creationId xmlns:a16="http://schemas.microsoft.com/office/drawing/2014/main" id="{B9F41B0B-8EE7-4BBA-8635-A82F48CCCCF4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DESCRIPCIÓN DEL PROYECTO</a:t>
            </a:r>
            <a:endParaRPr dirty="0"/>
          </a:p>
        </p:txBody>
      </p:sp>
      <p:sp>
        <p:nvSpPr>
          <p:cNvPr id="170" name="Google Shape;170;p8"/>
          <p:cNvSpPr txBox="1">
            <a:spLocks noGrp="1"/>
          </p:cNvSpPr>
          <p:nvPr>
            <p:ph type="body" idx="1"/>
          </p:nvPr>
        </p:nvSpPr>
        <p:spPr>
          <a:xfrm>
            <a:off x="581192" y="2209257"/>
            <a:ext cx="8281454" cy="394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EC" b="1" dirty="0"/>
              <a:t>Fase 1:</a:t>
            </a:r>
            <a:r>
              <a:rPr lang="es-EC" dirty="0"/>
              <a:t> </a:t>
            </a:r>
            <a:r>
              <a:rPr lang="es-MX" dirty="0"/>
              <a:t>Instalación de Bonita Studio y creación del proyecto Eurekabank.</a:t>
            </a:r>
          </a:p>
          <a:p>
            <a:r>
              <a:rPr lang="es-EC" b="1" dirty="0"/>
              <a:t>Fase 2:</a:t>
            </a:r>
            <a:r>
              <a:rPr lang="es-EC" dirty="0"/>
              <a:t> </a:t>
            </a:r>
            <a:r>
              <a:rPr lang="es-MX" dirty="0"/>
              <a:t>Modelado de los cuatro procesos bancarios con conectores REST.</a:t>
            </a:r>
            <a:endParaRPr lang="es-EC" dirty="0"/>
          </a:p>
          <a:p>
            <a:r>
              <a:rPr lang="es-EC" b="1" dirty="0"/>
              <a:t>Fase 3:</a:t>
            </a:r>
            <a:r>
              <a:rPr lang="es-EC" dirty="0"/>
              <a:t> </a:t>
            </a:r>
            <a:r>
              <a:rPr lang="es-MX" dirty="0"/>
              <a:t>Diseño del formulario externo en Bonita UI Designer.</a:t>
            </a:r>
          </a:p>
          <a:p>
            <a:r>
              <a:rPr lang="es-EC" b="1" dirty="0"/>
              <a:t>Fase 4:</a:t>
            </a:r>
            <a:r>
              <a:rPr lang="es-EC" dirty="0"/>
              <a:t> </a:t>
            </a:r>
            <a:r>
              <a:rPr lang="es-MX" dirty="0"/>
              <a:t>Pruebas de extremo a extremo y cliente Java BonitaRestClient.</a:t>
            </a:r>
            <a:endParaRPr lang="es-EC" dirty="0"/>
          </a:p>
        </p:txBody>
      </p:sp>
      <p:sp>
        <p:nvSpPr>
          <p:cNvPr id="5" name="Google Shape;123;p3">
            <a:extLst>
              <a:ext uri="{FF2B5EF4-FFF2-40B4-BE49-F238E27FC236}">
                <a16:creationId xmlns:a16="http://schemas.microsoft.com/office/drawing/2014/main" id="{99C62115-8527-438F-B9EB-58A828F1DC8F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lang="es-MX"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MX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7457577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 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BCBDE0A4-6F39-42EF-A6F6-6D06545C2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0" y="2418112"/>
            <a:ext cx="2919249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Instalación y Creación del Proyecto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8E365D40-B96D-4233-9B9E-F61E1EE1EEAE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77DDC2-D5FD-4027-AA30-2BBA50549227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Bonita Studio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70;p8">
            <a:extLst>
              <a:ext uri="{FF2B5EF4-FFF2-40B4-BE49-F238E27FC236}">
                <a16:creationId xmlns:a16="http://schemas.microsoft.com/office/drawing/2014/main" id="{E80CE468-F02D-46D6-17D3-AF673F6507A0}"/>
              </a:ext>
            </a:extLst>
          </p:cNvPr>
          <p:cNvSpPr txBox="1">
            <a:spLocks/>
          </p:cNvSpPr>
          <p:nvPr/>
        </p:nvSpPr>
        <p:spPr>
          <a:xfrm>
            <a:off x="5119519" y="2418112"/>
            <a:ext cx="2919250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Font typeface="Noto Sans Symbols"/>
              <a:buNone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</a:rPr>
              <a:t>Creación del Proyecto Eurekabank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77" name="Picture 176" descr="shot_07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87" y="3664536"/>
            <a:ext cx="2880000" cy="2096231"/>
          </a:xfrm>
          <a:prstGeom prst="rect">
            <a:avLst/>
          </a:prstGeom>
        </p:spPr>
      </p:pic>
      <p:pic>
        <p:nvPicPr>
          <p:cNvPr id="178" name="Picture 177" descr="shot_09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1289" y="4089088"/>
            <a:ext cx="2358636" cy="124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0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0FBD1BE9-2B40-53BF-BFC4-E76F6F2D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>
            <a:extLst>
              <a:ext uri="{FF2B5EF4-FFF2-40B4-BE49-F238E27FC236}">
                <a16:creationId xmlns:a16="http://schemas.microsoft.com/office/drawing/2014/main" id="{1EFAF72C-E2AF-5EBA-3C4E-F6602DF3F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7457577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 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534EF595-00E1-773B-406B-E97A64C50F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0" y="2418112"/>
            <a:ext cx="2919249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</a:rPr>
              <a:t>Proceso ConsultarSaldo (Pool y Contrato)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F743D3D9-D1D3-9FDA-F8A9-8AE1160765EA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E44E56-4D18-D540-90C2-8DE817BFD554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Contrato de Entrada cuentaInput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shot_1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633" y="3074615"/>
            <a:ext cx="6458698" cy="34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6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1FF60990-DD7B-99EE-8B27-52C7B9B4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>
            <a:extLst>
              <a:ext uri="{FF2B5EF4-FFF2-40B4-BE49-F238E27FC236}">
                <a16:creationId xmlns:a16="http://schemas.microsoft.com/office/drawing/2014/main" id="{DEEA96C9-0B89-C0E5-BBFF-A861584A4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7457577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 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43D4EAEB-532B-FF7A-7849-DDA6F18AD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0" y="2418112"/>
            <a:ext cx="2919249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</a:rPr>
              <a:t>Configuración del Conector REST GET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35E5D06F-49B5-6B77-6F33-E1034839F284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51B16E3-4BB9-96CC-7AC6-181487297DCC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getSaldoREST → Núcleo Bancario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shot_2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724" y="3126478"/>
            <a:ext cx="4942515" cy="34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80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8E14FB32-EF31-A096-ACB3-A3B048D1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>
            <a:extLst>
              <a:ext uri="{FF2B5EF4-FFF2-40B4-BE49-F238E27FC236}">
                <a16:creationId xmlns:a16="http://schemas.microsoft.com/office/drawing/2014/main" id="{11237947-ABD4-EA91-5784-292CBA396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7457577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 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0A83A889-9078-4748-A976-D4567FF09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0" y="2418112"/>
            <a:ext cx="2919249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</a:rPr>
              <a:t>Cabeceras y Mapeo de la Respuesta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8A09D8B7-4A8D-2558-7998-C4351B19E511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71EF0A-252D-B724-FC3A-63DD471A8877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bodyAsString → saldoResponse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shot_28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4952" y="3074615"/>
            <a:ext cx="3592059" cy="36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28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20F89B40-3688-AA17-06D8-8BB236BEF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>
            <a:extLst>
              <a:ext uri="{FF2B5EF4-FFF2-40B4-BE49-F238E27FC236}">
                <a16:creationId xmlns:a16="http://schemas.microsoft.com/office/drawing/2014/main" id="{1E9D3160-8511-C250-54DD-74BFFD26E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7457577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 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80116F26-414E-9C4F-ED67-AB9B91BAE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0" y="2418112"/>
            <a:ext cx="2919249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</a:rPr>
              <a:t>Procesos Retirar, Depositar y Transferir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20342F82-3327-1519-4E53-DCEBD2AC7C3F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2AF16BB-BE25-C15A-C2E2-D96B17D99E6C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Réplica del Patrón REST POST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shot_3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4850" y="3074615"/>
            <a:ext cx="6512264" cy="34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2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6C49342D-661D-8260-D108-61A29A0E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>
            <a:extLst>
              <a:ext uri="{FF2B5EF4-FFF2-40B4-BE49-F238E27FC236}">
                <a16:creationId xmlns:a16="http://schemas.microsoft.com/office/drawing/2014/main" id="{43DBEAFD-A6B6-5F33-1433-E5BE589732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 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6527BD53-2DEC-ED43-9681-8BD38960B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1" y="2418112"/>
            <a:ext cx="2873466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Los Cuatro Procesos del Proyecto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0A14B1B8-C7EF-ED3D-1061-519242F794E0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D84A451-5690-D4FB-ED8F-F4718B7321B6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Explorador de Bonita Studio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shot_38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125" y="3080825"/>
            <a:ext cx="1543717" cy="32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27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25D3D24A-F53A-192E-2E73-557262B0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>
            <a:extLst>
              <a:ext uri="{FF2B5EF4-FFF2-40B4-BE49-F238E27FC236}">
                <a16:creationId xmlns:a16="http://schemas.microsoft.com/office/drawing/2014/main" id="{D06BEBC2-57FF-AD4B-C5C2-B994B93697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 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C91BB319-4B9B-6E89-0541-3F911F574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1" y="2418112"/>
            <a:ext cx="2873466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</a:rPr>
              <a:t>Formulario en Bonita UI Designer</a:t>
            </a: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1D930D85-B1B5-6DC7-DEBB-0E5C17F9D94A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D722C6-ABA4-D244-014A-78F5775A4D59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 External API: datosSaldo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70;p8">
            <a:extLst>
              <a:ext uri="{FF2B5EF4-FFF2-40B4-BE49-F238E27FC236}">
                <a16:creationId xmlns:a16="http://schemas.microsoft.com/office/drawing/2014/main" id="{AB28D7CB-596A-4C8E-59F2-02231DB82D54}"/>
              </a:ext>
            </a:extLst>
          </p:cNvPr>
          <p:cNvSpPr txBox="1">
            <a:spLocks/>
          </p:cNvSpPr>
          <p:nvPr/>
        </p:nvSpPr>
        <p:spPr>
          <a:xfrm>
            <a:off x="5119519" y="2418112"/>
            <a:ext cx="3131100" cy="66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Font typeface="Noto Sans Symbols"/>
              <a:buNone/>
            </a:pPr>
            <a:endParaRPr lang="es-EC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77" name="Picture 176" descr="shot_2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741" y="3080825"/>
            <a:ext cx="6936481" cy="36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49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BCBDE0A4-6F39-42EF-A6F6-6D06545C2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0" y="2450000"/>
            <a:ext cx="8352680" cy="1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MX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El formulario externo se publica automáticamente en Bonita User Application (Bonita Portal) al desplegar el proceso:</a:t>
            </a:r>
          </a:p>
          <a:p>
            <a:pPr marL="285750" indent="-28575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tarea humana “Mostrar Saldo” queda visible en la bandeja de tareas del operador.</a:t>
            </a:r>
          </a:p>
          <a:p>
            <a:pPr marL="285750" indent="-28575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El widget de texto muestra el resultado real devuelto por el conector REST.</a:t>
            </a:r>
          </a:p>
          <a:p>
            <a:pPr marL="285750" indent="-28575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 enviar el formulario, Bonita marca la tarea como completada.</a:t>
            </a:r>
            <a:endParaRPr lang="es-EC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8E365D40-B96D-4233-9B9E-F61E1EE1EEAE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s-MX"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77DDC2-D5FD-4027-AA30-2BBA50549227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Publicación en Bonita User Application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911" y="5350000"/>
            <a:ext cx="2550177" cy="1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89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02328312-839E-99FF-73B0-2A9978D9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>
            <a:extLst>
              <a:ext uri="{FF2B5EF4-FFF2-40B4-BE49-F238E27FC236}">
                <a16:creationId xmlns:a16="http://schemas.microsoft.com/office/drawing/2014/main" id="{B8EB3118-02C1-94A0-91A4-716BC3BB08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D61F28EE-39F0-888E-4229-28F11D74CDA7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s-MX"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CE7B41-898E-713B-B3BF-EA459A2E284C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Resultado Real: Saldo Consultado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shot_3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078" y="2623595"/>
            <a:ext cx="6919811" cy="3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00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8" name="Google Shape;170;p8">
            <a:extLst>
              <a:ext uri="{FF2B5EF4-FFF2-40B4-BE49-F238E27FC236}">
                <a16:creationId xmlns:a16="http://schemas.microsoft.com/office/drawing/2014/main" id="{BCBDE0A4-6F39-42EF-A6F6-6D06545C2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0" y="2550000"/>
            <a:ext cx="8352680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s-MX" sz="1800" dirty="0">
                <a:effectLst/>
                <a:latin typeface="Calibri"/>
                <a:ea typeface="Calibri"/>
              </a:rPr>
              <a:t>Se probaron los procesos Retirar, Depositar y Transferir con cuentas de prueba, confirmando en Bonita Portal la finalización de cada tarea.</a:t>
            </a:r>
            <a:endParaRPr lang="es-EC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8E365D40-B96D-4233-9B9E-F61E1EE1EEAE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77DDC2-D5FD-4027-AA30-2BBA50549227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EC" sz="2000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Pruebas de Retiro, Depósito y Transferencia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shot_35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455" y="3650000"/>
            <a:ext cx="5647058" cy="3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9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B93CA3BD-7A69-AE78-A137-7E6F9543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>
            <a:extLst>
              <a:ext uri="{FF2B5EF4-FFF2-40B4-BE49-F238E27FC236}">
                <a16:creationId xmlns:a16="http://schemas.microsoft.com/office/drawing/2014/main" id="{A9DEEF11-A7A1-7488-C445-60C66E1BC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0" name="Google Shape;123;p3">
            <a:extLst>
              <a:ext uri="{FF2B5EF4-FFF2-40B4-BE49-F238E27FC236}">
                <a16:creationId xmlns:a16="http://schemas.microsoft.com/office/drawing/2014/main" id="{87BB26CE-A072-386C-6687-AD7AD87ACBA3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0666BE-FE24-9F25-2617-7ECE8C2CEABC}"/>
              </a:ext>
            </a:extLst>
          </p:cNvPr>
          <p:cNvSpPr txBox="1"/>
          <p:nvPr/>
        </p:nvSpPr>
        <p:spPr>
          <a:xfrm>
            <a:off x="581191" y="1967092"/>
            <a:ext cx="8479583" cy="4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444" indent="0">
              <a:lnSpc>
                <a:spcPct val="107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s-MX" sz="2000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Cliente Java: BonitaRestClient</a:t>
            </a:r>
            <a:endParaRPr lang="es-EC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 descr="bonita_code_cl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608" y="3239564"/>
            <a:ext cx="2158752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2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427" name="Google Shape;427;p44"/>
          <p:cNvSpPr txBox="1">
            <a:spLocks noGrp="1"/>
          </p:cNvSpPr>
          <p:nvPr>
            <p:ph type="body" idx="1"/>
          </p:nvPr>
        </p:nvSpPr>
        <p:spPr>
          <a:xfrm>
            <a:off x="581192" y="2418012"/>
            <a:ext cx="8370300" cy="302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migró la orquestación BPM hacia Bonita Studio Community Edition, modelando cuatro procesos bancarios completos con conectores REST nativos.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formularios externos en Bonita UI Designer, publicados en Bonita Portal, mostraron el resultado real de cada operación bancaria.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pruebas de extremo a extremo confirmaron la comunicación real con el núcleo bancario, incluyendo una consulta de saldo exitosa.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23;p3">
            <a:extLst>
              <a:ext uri="{FF2B5EF4-FFF2-40B4-BE49-F238E27FC236}">
                <a16:creationId xmlns:a16="http://schemas.microsoft.com/office/drawing/2014/main" id="{D1300BC9-93D9-4909-84D0-47CB80DAD1FB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DESARROLLO  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RECOMENDACIONES</a:t>
            </a:r>
            <a:endParaRPr dirty="0"/>
          </a:p>
        </p:txBody>
      </p:sp>
      <p:sp>
        <p:nvSpPr>
          <p:cNvPr id="434" name="Google Shape;434;p45"/>
          <p:cNvSpPr txBox="1">
            <a:spLocks noGrp="1"/>
          </p:cNvSpPr>
          <p:nvPr>
            <p:ph type="body" idx="1"/>
          </p:nvPr>
        </p:nvSpPr>
        <p:spPr>
          <a:xfrm>
            <a:off x="581192" y="2180500"/>
            <a:ext cx="8052908" cy="397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Diseñar formularios de instanciación explícitos para Retirar, Depositar y Transferir en UI Designer.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Incorporar manejo de errores en los conectores REST ante fallas del servidor EurekaBank.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Externalizar las credenciales de Bonita y la URL del núcleo bancario antes de un despliegue real.</a:t>
            </a:r>
            <a:endParaRPr lang="es-MX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23;p3">
            <a:extLst>
              <a:ext uri="{FF2B5EF4-FFF2-40B4-BE49-F238E27FC236}">
                <a16:creationId xmlns:a16="http://schemas.microsoft.com/office/drawing/2014/main" id="{F539A3FC-E37D-4615-8D8F-F1EC0D9C9280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DESARROLLO  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rgbClr val="FFFF00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BIBLIOGRAFÍA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BIBLIOGRAFÍA</a:t>
            </a:r>
            <a:endParaRPr/>
          </a:p>
        </p:txBody>
      </p:sp>
      <p:sp>
        <p:nvSpPr>
          <p:cNvPr id="441" name="Google Shape;441;p46"/>
          <p:cNvSpPr txBox="1">
            <a:spLocks noGrp="1"/>
          </p:cNvSpPr>
          <p:nvPr>
            <p:ph type="body" idx="1"/>
          </p:nvPr>
        </p:nvSpPr>
        <p:spPr>
          <a:xfrm>
            <a:off x="581192" y="2180500"/>
            <a:ext cx="8188808" cy="45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⮚"/>
            </a:pPr>
            <a:r>
              <a:rPr lang="es-MX" sz="1800" dirty="0">
                <a:effectLst/>
                <a:latin typeface="Times New Roman" panose="02020603050405020304" pitchFamily="18" charset="0"/>
                <a:ea typeface="Noto Sans Symbols"/>
                <a:cs typeface="Noto Sans Symbols"/>
              </a:rPr>
              <a:t>Bonitasoft Documentation: Bonita Studio, conectores REST y Contratos de proceso.</a:t>
            </a:r>
          </a:p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⮚"/>
            </a:pPr>
            <a:r>
              <a:rPr lang="es-MX" sz="1800" dirty="0">
                <a:effectLst/>
                <a:latin typeface="Times New Roman" panose="02020603050405020304" pitchFamily="18" charset="0"/>
                <a:ea typeface="Noto Sans Symbols"/>
                <a:cs typeface="Noto Sans Symbols"/>
              </a:rPr>
              <a:t>Bonitasoft Documentation: Bonita UI Designer y variables External API.</a:t>
            </a:r>
          </a:p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⮚"/>
            </a:pPr>
            <a:r>
              <a:rPr lang="es-MX" sz="1800" dirty="0">
                <a:effectLst/>
                <a:latin typeface="Times New Roman" panose="02020603050405020304" pitchFamily="18" charset="0"/>
                <a:ea typeface="Noto Sans Symbols"/>
                <a:cs typeface="Noto Sans Symbols"/>
              </a:rPr>
              <a:t>Bonitasoft Documentation: API REST de Bonita Engine (autenticación y ciclo de vida de casos).</a:t>
            </a:r>
          </a:p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⮚"/>
            </a:pPr>
            <a:r>
              <a:rPr lang="es-MX" sz="1800" dirty="0">
                <a:effectLst/>
                <a:latin typeface="Times New Roman" panose="02020603050405020304" pitchFamily="18" charset="0"/>
                <a:ea typeface="Noto Sans Symbols"/>
                <a:cs typeface="Noto Sans Symbols"/>
              </a:rPr>
              <a:t>Apuntes brindados por Ing. Mauricio Campaña, PhD.</a:t>
            </a:r>
          </a:p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⮚"/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Noto Sans Symbols"/>
              </a:rPr>
              <a:t>Documentación de java.net.http.HttpClient (Java 11) para consumo de servicios REST.</a:t>
            </a:r>
            <a:endParaRPr lang="es-EC" sz="1800" dirty="0">
              <a:effectLst/>
              <a:latin typeface="Noto Sans Symbols"/>
              <a:ea typeface="Noto Sans Symbols"/>
              <a:cs typeface="Noto Sans Symbols"/>
            </a:endParaRPr>
          </a:p>
        </p:txBody>
      </p:sp>
      <p:sp>
        <p:nvSpPr>
          <p:cNvPr id="5" name="Google Shape;123;p3">
            <a:extLst>
              <a:ext uri="{FF2B5EF4-FFF2-40B4-BE49-F238E27FC236}">
                <a16:creationId xmlns:a16="http://schemas.microsoft.com/office/drawing/2014/main" id="{570D1704-C049-4E29-9ECF-1F144CD08028}"/>
              </a:ext>
            </a:extLst>
          </p:cNvPr>
          <p:cNvSpPr/>
          <p:nvPr/>
        </p:nvSpPr>
        <p:spPr>
          <a:xfrm>
            <a:off x="9060775" y="0"/>
            <a:ext cx="31311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361950"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s-MX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TALLER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DESARROLLO  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◼"/>
            </a:pP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21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dirty="0">
              <a:solidFill>
                <a:schemeClr val="bg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◼"/>
            </a:pPr>
            <a:r>
              <a:rPr lang="es-ES" sz="21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r>
              <a:rPr lang="es-ES" sz="21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 b="1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634</Words>
  <Application>Microsoft Office PowerPoint</Application>
  <PresentationFormat>Panorámica</PresentationFormat>
  <Paragraphs>204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Gill Sans</vt:lpstr>
      <vt:lpstr>Noto Sans Symbols</vt:lpstr>
      <vt:lpstr>Times New Roman</vt:lpstr>
      <vt:lpstr>Wingdings</vt:lpstr>
      <vt:lpstr>Dividendo</vt:lpstr>
      <vt:lpstr>Despliegue, Configuración de Red y Acceso Público de Base de Datos Relacional SQLSERVER en AWS</vt:lpstr>
      <vt:lpstr>Presentación de PowerPoint</vt:lpstr>
      <vt:lpstr>INTRODUCCIÓN</vt:lpstr>
      <vt:lpstr>OBJETIVO</vt:lpstr>
      <vt:lpstr>DESCRIPCIÓN DEL PROYECTO</vt:lpstr>
      <vt:lpstr>DESARROLLO </vt:lpstr>
      <vt:lpstr>DESARROLLO </vt:lpstr>
      <vt:lpstr>DESARROLLO </vt:lpstr>
      <vt:lpstr>DESARROLLO </vt:lpstr>
      <vt:lpstr>DESARROLLO </vt:lpstr>
      <vt:lpstr>DESARROLLO </vt:lpstr>
      <vt:lpstr>DESARROLLO 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PROYECTO WEB SERVICE SOAP JAVA BDD</dc:title>
  <dc:creator>Nicolas Ortiz</dc:creator>
  <cp:lastModifiedBy>Anthony Villarreal</cp:lastModifiedBy>
  <cp:revision>99</cp:revision>
  <dcterms:created xsi:type="dcterms:W3CDTF">2020-08-13T07:15:02Z</dcterms:created>
  <dcterms:modified xsi:type="dcterms:W3CDTF">2026-06-09T13:46:03Z</dcterms:modified>
</cp:coreProperties>
</file>